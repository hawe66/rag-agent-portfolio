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28016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377440"/>
            <a:ext cx="2926080" cy="2926080"/>
          </a:xfrm>
          <a:prstGeom prst="ellipse">
            <a:avLst/>
          </a:prstGeom>
          <a:solidFill>
            <a:srgbClr val="2026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CROSS-MODAL RAG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가전 매뉴얼 Cross-modal RAG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목표로, 어떻게 작업했나 — 9주차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전용 RAG → 도면(그림) 정보까지 다루는 멀티모달 확장 · 실험 신뢰성 재정비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텍스트가 못 푸는 '도면 질문'에 답한다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가전 매뉴얼은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그림에 절차·공간배치, 텍스트에 주의·조건</a:t>
            </a:r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 정보가 나뉜다.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 위치 · 끼움/회전 방향 · 제어판 아이콘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도면에만 있어 text-only 파싱에서 손실된다.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</a:t>
            </a:r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RAG  →  </a:t>
            </a:r>
            <a:pPr indent="0" marL="0">
              <a:buNone/>
            </a:pPr>
            <a:r>
              <a:rPr lang="en-US" sz="15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</a:t>
            </a:r>
            <a:pPr indent="0" marL="0">
              <a:buNone/>
            </a:pPr>
            <a:r>
              <a:rPr lang="en-US" sz="1500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확장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06440" y="1554480"/>
            <a:ext cx="2834640" cy="2743200"/>
          </a:xfrm>
          <a:prstGeom prst="roundRect">
            <a:avLst>
              <a:gd name="adj" fmla="val 2667"/>
            </a:avLst>
          </a:prstGeom>
          <a:solidFill>
            <a:srgbClr val="EEF2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8932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측정된 기준선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8932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image-required 질문에서 text-only baseline (ADR-011)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89320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98932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match (제품 식별)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932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5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98932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match (정답 페이지)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9주차 설계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 파이프라인을 같은 조건에서 비교하는 실험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전용 RAG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스택. 프로젝트 기준선(baseline).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0128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93008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93008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캡션 → 텍스트 RAG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93008" y="2788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VLM이 페이지를 설명 → 그 텍스트를 검색·인용.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17336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0216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00216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이미지 검색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00216" y="2788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임베딩으로 페이지를 직접 검색.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977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세부를 '읽고 추론'해야 하는 도면 질문에는 VLM이 필요하다 — 데이터로 공정하게 검증한다.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출발점 — 1차의 함정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산출물은 다 만들었지만, 저울을 검증하지 않았다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1차: </a:t>
            </a:r>
            <a:pPr indent="0" marL="0">
              <a:buNone/>
            </a:pPr>
            <a:r>
              <a:rPr lang="en-US" sz="150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rasterize·캡션 252건·CLIP 인덱스·비교 하네스를 만들고 결론까지 보고.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'하네스가 측정한다고 주장하는 것을 실제로 측정하는지'는 검증하지 않았다.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재검토 결과 — </a:t>
            </a:r>
            <a:pPr indent="0" marL="0">
              <a:buNone/>
            </a:pPr>
            <a:r>
              <a:rPr lang="en-US" sz="150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"캡션은 도움 안 됨", "CLIP은 OOD"는 대부분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설계 결함의 그림자였다.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3375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E26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474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16152" y="3474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구조를 먼저 고친다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10128" y="33375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E264A"/>
          </a:solidFill>
          <a:ln/>
        </p:spPr>
      </p:sp>
      <p:sp>
        <p:nvSpPr>
          <p:cNvPr id="10" name="Text 8"/>
          <p:cNvSpPr/>
          <p:nvPr/>
        </p:nvSpPr>
        <p:spPr>
          <a:xfrm>
            <a:off x="3447288" y="3474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023360" y="3474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측정을 신뢰 가능하게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17336" y="33375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E264A"/>
          </a:solidFill>
          <a:ln/>
        </p:spPr>
      </p:sp>
      <p:sp>
        <p:nvSpPr>
          <p:cNvPr id="13" name="Text 11"/>
          <p:cNvSpPr/>
          <p:nvPr/>
        </p:nvSpPr>
        <p:spPr>
          <a:xfrm>
            <a:off x="6254496" y="3474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30568" y="3474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다음 평가 재작성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3891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구조가 고장난 상태에서는 캡션 품질이 시험조차 되지 않는다 — 고장난 저울은 아무리 정밀히 읽어도 무의미하다.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진단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"C1 ≈ C0"는 발견이 아니라 설계상 예정된 결과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청크와 캡션이 </a:t>
            </a:r>
            <a:pPr indent="0" marL="0">
              <a:buNone/>
            </a:pPr>
            <a:r>
              <a:rPr lang="en-US" sz="1550" b="1" dirty="0">
                <a:solidFill>
                  <a:srgbClr val="C8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저장소·한 top-k에서 경쟁</a:t>
            </a:r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한다. 캡션은 더 좁고 뾰족한 텍스트 청크에 밀려 검색 결과에 거의 못 들어온다.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C1은 사실상 C0와 같은 컨텍스트로 답하고 있었다. </a:t>
            </a:r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캡션은 시험조차 되지 않았다.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760720" y="1691640"/>
            <a:ext cx="2880360" cy="2423160"/>
          </a:xfrm>
          <a:prstGeom prst="roundRect">
            <a:avLst>
              <a:gd name="adj" fmla="val 3019"/>
            </a:avLst>
          </a:prstGeom>
          <a:solidFill>
            <a:srgbClr val="EEF2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9659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페이지 캡션이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2240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top-5에 진입한 비율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2651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5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8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image-required 8문항 중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수정 A1 — 검색 재설계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캡션이 컨텍스트에 들어오도록 3-레인으로 (src/mm_retrieval.py)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82880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91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레인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67335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청크만 hybrid+rerank → 상위 3개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" y="2715768"/>
            <a:ext cx="310896" cy="310896"/>
          </a:xfrm>
          <a:prstGeom prst="ellipse">
            <a:avLst/>
          </a:prstGeom>
          <a:solidFill>
            <a:srgbClr val="2E8B6F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578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동반 회수 (co-retrieval)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5603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텍스트가 찾은 페이지의 캡션을 페이지 키로 직접 회수 — '텍스트는 페이지를 잘 찾는데(75%) 시각 정보만 없다'를 정면 겨냥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02920" y="3374136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" y="3602736"/>
            <a:ext cx="310896" cy="310896"/>
          </a:xfrm>
          <a:prstGeom prst="ellipse">
            <a:avLst/>
          </a:prstGeom>
          <a:solidFill>
            <a:srgbClr val="C79A3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46557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캡션 레인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447288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캡션만으로 검색 (단독 실행 시 캡션-only arm = reranker 간섭과 내용 품질 분리)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02920" y="4343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예산은 여전히 5개 문서 → C0와 '컨텍스트 내용' 비교 유지.  </a:t>
            </a:r>
            <a:pPr indent="0" marL="0">
              <a:buNone/>
            </a:pPr>
            <a:r>
              <a:rPr lang="en-US" sz="12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스모크: IR-A3(공기제균 아이콘) 캡션이 처음으로 컨텍스트 진입 확인.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수정 A2 — 캡션 품질 (진단)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캡션이 표를 '읽는' 게 아니라 '지어내고' 있었다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캡션을 정답 5장과 대조: </a:t>
            </a:r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콜아웃 오매핑 · 아이콘 오묘사 · 없는 제어판/표 환각.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8138160" cy="1234440"/>
          </a:xfrm>
          <a:prstGeom prst="roundRect">
            <a:avLst>
              <a:gd name="adj" fmla="val 5926"/>
            </a:avLst>
          </a:prstGeom>
          <a:solidFill>
            <a:srgbClr val="FBF1EC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결정적 증거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캐시에 같은 페이지가 두 번 들어갔는데, 두 캡션의 콜아웃 매핑이 서로 달랐다 — </a:t>
            </a:r>
            <a:pPr indent="0" marL="0">
              <a:buNone/>
            </a:pPr>
            <a:r>
              <a:rPr lang="en-US" sz="1350" b="1" dirty="0">
                <a:solidFill>
                  <a:srgbClr val="C8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⑧을 한쪽은 "상태 표시등", 다른 쪽은 "상부 공기청정기"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적음.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"제품그림·화살표·아이콘·표" 네 슬롯을 강제로 채우게 한 프롬프트 → 없는 요소까지 만들어냄.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수정 A2 — 캡션 품질 (수정)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프롬프트 원칙을 뒤집고, 해상도를 올렸다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977640" cy="2468880"/>
          </a:xfrm>
          <a:prstGeom prst="roundRect">
            <a:avLst>
              <a:gd name="adj" fmla="val 2963"/>
            </a:avLst>
          </a:prstGeom>
          <a:solidFill>
            <a:srgbClr val="FBF1EC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10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(문제)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슬롯 강제 채움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없는 제어판·표 환각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콜아웃/아이콘 추측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dpi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3977640" cy="2468880"/>
          </a:xfrm>
          <a:prstGeom prst="roundRect">
            <a:avLst>
              <a:gd name="adj" fmla="val 2963"/>
            </a:avLst>
          </a:prstGeom>
          <a:solidFill>
            <a:srgbClr val="EAF4E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810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 (수정)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3520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있는 것만 설명 · 없는 항목 언급 금지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콜아웃 라벨은 인쇄된 텍스트 그대로 전사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아이콘은 모양 묘사 · 빗금/사선 필수 확인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dpi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전환: '빠짐없이 채워라' → '보이는 것만, 추측 금지'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선택 발견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파일럿으로 확인: 캡션은 gpt-4o가 압도적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gpt-4o-mini는 이미지 토큰이 4o의 ~34배 → 오히려 mini가 비쌈.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252장 전량 재캡션도 $3–5 수준.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40280"/>
          <a:ext cx="81381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파일럿 (5p × 2모델)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 (v1)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(v2)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p18 콜아웃 정확도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85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오매핑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9 정확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표 전사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85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누락·환각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 단위 정확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85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있음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전량 gpt-4o로 재캡션 + mm 스토어 재구축.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한계: 표 안의 미세 아이콘 모양(빗금 등)은 여전히 어려움.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 토대 B1 — 앵커 재현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"75% vs 25% 모순"은 서로 다른 층을 비교한 착오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층</a:t>
            </a:r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(top-5에 정답 페이지가 있나) 과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층</a:t>
            </a:r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(답변이 인용한 페이지가 맞나)을 분리하고, Week 7의 인용 프롬프트·추출 코드를 하네스에 그대로 이식.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하네스가 프로젝트 기준선과 </a:t>
            </a:r>
            <a:pPr indent="0" marL="0">
              <a:buNone/>
            </a:pPr>
            <a:r>
              <a:rPr lang="en-US" sz="15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연속성이 있음을 처음으로 증명.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06440" y="1691640"/>
            <a:ext cx="2834640" cy="2514600"/>
          </a:xfrm>
          <a:prstGeom prst="roundRect">
            <a:avLst>
              <a:gd name="adj" fmla="val 2909"/>
            </a:avLst>
          </a:prstGeom>
          <a:solidFill>
            <a:srgbClr val="EAF4E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932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· IR8 citation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8932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 4 / 8 = 50%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89320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 2 / 8 = 25%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89320" y="352044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2E8B6F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ADR-011 앵커와 일치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 토대 B2 · B3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대조군 재구축, 그리고 CLIP은 정말 부적합한가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10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대조군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8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기존: Q22 삭제로 조용히 탈락(n=3), Q15 오분류, Q08 결함 → 유효 대조 사실상 1문항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재구축: 순수 text-only 6문항(카테고리별 2). 없는 id 요청 시 예외로 즉시 실패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810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CLIP sanity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224028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버그 아님: 영어 거시 쿼리는 정답 페이지 1위, 이미지→이미지 이웃도 유의미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쿼리·세밀도는 실패 → 근거를 갖고 "이 도메인 질의엔 CLIP 페이지검색 부적합"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진단을 '추측(버그일 것)'에서 '검증된 사실'로 바꿈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 토대 B4 — JUDGE · 라벨 AUDIT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엄격한 채점이 데이터셋의 문제까지 드러냈다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judge를 답변 모델과 분리 + 엄격 루브릭(핵심 디테일 완전일치)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1차에 잘못 통과된 IR-A2("앞면"만 답, GT는 "앞면 상단") 제거.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651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부작용(=발견)  </a:t>
            </a: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엄격 judge가 대조군 GT 품질 문제를 노출(모호하거나 모델명 미특정 → 두 매뉴얼이 서로 다른 정답). </a:t>
            </a:r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hand-score를 'GT 문자열 일치'가 아니라 '매뉴얼 충실성'으로 병행하고, judge와의 불일치를 표로 공개.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 audit 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IR8을 원본 페이지와 대조 → IR-W2는 본문에 답이 있어 image-helpful로 강등(실험 순도 확보).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교훈 — 재실행이 두 번 죽었다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실험을 끝까지 돌리는 것도 엔지니어링이다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BF1EC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 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프로세스가 reranker + 스토어 2개 + BM25 레인 2개를 동시 보유 → 메모리 압박으로 kill(traceback 없음)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BF1EC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 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21031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 분리 후에도 C1이 밤새 종료 — 12시간 공백·무징후 → Mac 절전이 유력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EAF4E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364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6758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설정군별 프로세스 분리(C0/C1/C1cap/C2)  ·  문항 단위 체크포인트(jsonl append → 죽어도 최대 1문항 손실)  ·  caffeinate로 절전 차단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현재까지의 실측과 남은 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C0 확정 · 나머지 실행 중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10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— C0 (hand-score)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IR8 정답 1건 = IR-W2 (본문에 답 있는 문항 → 라벨 audit과 정합)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나머지는 정직한 거절 또는 'Y 아이콘' 같은 텍스트-추출 환각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앵커 재현으로 프로젝트 기준선과 같은 언어로 읽힘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EEF2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810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중인 C1 / C1cap / C2 완료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judge–hand 불일치표 작성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docs/week9_evaluation.md 재작성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본질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우리가 만든 건 'C1의 승리'가 아니다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캡션이 검색에 못 들어와 </a:t>
            </a:r>
            <a:pPr indent="0" marL="0">
              <a:buNone/>
            </a:pPr>
            <a:r>
              <a:rPr lang="en-US" sz="16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시험조차 되지 않던 상태</a:t>
            </a:r>
            <a:pPr indent="0" marL="0">
              <a:buNone/>
            </a:pPr>
            <a:r>
              <a:rPr lang="en-US" sz="165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끝내고, 캡션 내용이 실제로 도움이 되는지를 </a:t>
            </a:r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처음으로 공정하게 시험할 수 있는 실험을 성립시킨 것.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02920" y="35204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이기면  </a:t>
            </a:r>
            <a:pPr indent="0" marL="0">
              <a:buNone/>
            </a:pPr>
            <a:r>
              <a:rPr lang="en-US" sz="150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진짜 신호.        </a:t>
            </a:r>
            <a:pPr indent="0" marL="0">
              <a:buNone/>
            </a:pPr>
            <a:r>
              <a:rPr lang="en-US" sz="15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져도  </a:t>
            </a:r>
            <a:pPr indent="0" marL="0">
              <a:buNone/>
            </a:pPr>
            <a:r>
              <a:rPr lang="en-US" sz="150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지는지(캡션 내용 한계 → crop 필요)를 레이어별로 짚을 수 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가전 매뉴얼 Cross-modal RAG — 9주차</dc:title>
  <dc:subject>PptxGenJS Presentation</dc:subject>
  <dc:creator>RAG Agent Portfolio</dc:creator>
  <cp:lastModifiedBy>RAG Agent Portfolio</cp:lastModifiedBy>
  <cp:revision>1</cp:revision>
  <dcterms:created xsi:type="dcterms:W3CDTF">2026-07-07T10:24:15Z</dcterms:created>
  <dcterms:modified xsi:type="dcterms:W3CDTF">2026-07-07T10:24:15Z</dcterms:modified>
</cp:coreProperties>
</file>