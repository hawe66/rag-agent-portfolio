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560320"/>
            <a:ext cx="2743200" cy="2743200"/>
          </a:xfrm>
          <a:prstGeom prst="ellipse">
            <a:avLst/>
          </a:prstGeom>
          <a:solidFill>
            <a:srgbClr val="2026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설명서를 읽어주는 AI,</a:t>
            </a:r>
            <a:endParaRPr lang="en-US" sz="3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실패해도 멈추지 않게 만들기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0292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도구를 조합하고, 막히면 다른 길로 돌아가는 구조 만들기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풀려는 문제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설명서의 답은 절반이 '그림'에 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"필터를 어느 방향으로 돌리나요?"  "이 아이콘은 무슨 뜻인가요?"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질문의 답은 본문 글이 아니라 그림에만 그려져 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글자만 읽는 기존 검색은 이런 질문 앞에서 막힌다. 그래서 그림까지 읽는 방법을 만들어 왔다.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1645920"/>
            <a:ext cx="2880360" cy="2377440"/>
          </a:xfrm>
          <a:prstGeom prst="roundRect">
            <a:avLst>
              <a:gd name="adj" fmla="val 3077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81051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21488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9주차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그림을 미리 글로 설명해 저장 (캡션)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검색은 되기 시작 · 그러나 아이콘 모양·위치·방향은 여전히 못 담음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11주차 목표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'잘 맞히기'가 아니라 '끝까지 답을 만들기'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6537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1907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도구를 나눈다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291840" y="17190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기능별로 작은 도구 4개 — 각자 한 가지 일만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2734056"/>
            <a:ext cx="310896" cy="310896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5877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막히면 돌아간다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91840" y="258775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실패를 감지해서 다른 방법으로 우회 (fallback)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3602736"/>
            <a:ext cx="310896" cy="310896"/>
          </a:xfrm>
          <a:prstGeom prst="ellipse">
            <a:avLst/>
          </a:prstGeom>
          <a:solidFill>
            <a:srgbClr val="C79A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4564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모르면 모른다고 한다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291840" y="34564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없으면 지어내지 않고 정직하게 거절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하나의 성능을 높이는 주가 아니라, 여러 단계를 거치는 동안 실패를 다루는 구조를 만드는 주.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 것 ① 도구 4개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각자 한 가지 일만 하는 작은 도구들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7282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04088" y="2103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속 글자 읽기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" y="2386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글자만 뽑는다. 검색·답변은 하지 않음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6002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7282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18888" y="2103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 자체를 보고 설명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18888" y="2386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gpt-4o가 이미지를 직접 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검색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3429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질문에 맞는 설명서 조각 찾기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37124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 조각 + 그림 설명(캡션) 함께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3054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답변 생성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818888" y="3429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찾은 근거로 답 쓰기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18888" y="37124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부족하면 '모름' 신호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규칙: 결과를 정해진 형식으로 돌려주고, 실패하면 실패했다고 분명히 알린다(ok=False). 실패를 몰래 삼키지 않는다.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 것 ② 흐름과 우회로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막히는 지점마다 '다음 행동'을 정해뒀다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흐름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질문(또는 이미지)  →  글자 읽기  →  설명서 검색  →  근거 확인  →  답변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9443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5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 읽기 실패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그림을 직접 보게 한다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0128" y="2834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93008" y="29443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08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근거 부족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93008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찾은 페이지 그림을 그 자리에서 읽는다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17336" y="28346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29443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0216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그래도 부족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0216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지어내지 않고 정직하게 거절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모두 실제 실행에서 발동했고, 언제 왜 발동했는지 로그로 남는다.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돌려본 결과 — 시나리오 4개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구조는 의도대로 작동했다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84048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시나리오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무슨 일이 일어났나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사진 속 필터 교체주기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글자 읽기 성공 → 검색 → 답변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조작부 위치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검색으로 부족 → 그림 직접 읽기 → 그래도 부족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79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정직한 거절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빈 페이지 + 범위 밖 질문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글자 없음 → 그림 보기 → 검색 → 근거 없음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안전한 거절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아이콘 모양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검색으로 부족 → 그림 직접 읽기 → 모양 못 읽음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79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정직한 거절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답을 못 낸 경우에도 </a:t>
            </a:r>
            <a:pPr indent="0" marL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틀린 답을 지어내지 않았다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실패를 감지하고 우회하고, 끝내 근거가 없으면 거절하는 흐름이 그대로 동작했다.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중요한 발견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'그림을 그때그때 봐도' 안 되는 이유를 찾았다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S2·S4에서 AI가 페이지 그림을 직접 봤는데도 아이콘 모양과 정확한 위치를 못 읽었다.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전체를 한 장으로 보면 아이콘이 너무 작기 때문이다.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E264A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788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결론이 한 단계 정밀해졌다:  </a:t>
            </a:r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"그림을 봐야 한다"  →  "그림의 필요한 부분만 잘라서 크게 봐야 한다"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794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(부수 발견) 그림을 읽으러 갈 때 '어느 제품 설명서인지'를 따지지 않고 검색 순위만 따라가서, 다른 모델 페이지를 읽는 문제도 확인 — 12주차 수정 대상.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만든 것 ③ 영역 잘라 읽기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필요한 부분만 잘라서 크게 보니 — 처음으로 읽혔다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영역을 자동으로 찾아 잘라내고(300dpi), 그 조각만 AI에게 보여준 뒤 위치·라벨·모양을 정해진 형식으로 받아 저장.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연결 끊김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원형 + 사선(빗금)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9주차 내내 못 잡던 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3008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공기제균 아이콘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 + 내부 +/- 기호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모양을 처음 포착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17336" y="2286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0216" y="2395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거치대 방향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0216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아래로 끼움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0216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정보 확보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부분적인 것: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'위치' 질문 — 라벨 목록이 잘라낸 영역 밖 본문에 있어서 절반만 읽힘(12주차 보완).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성능 수치 확정은 12주차 재평가에서 — 지금은 '읽히기 시작했다'까지가 확인된 사실.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정리와 다음 단계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주에 확실해진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완성한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4개 + 흐름 + 우회로 3개 (전부 실동작)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4개 실행·기록, 오프라인 테스트 14건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영역 잘라 읽기로 아이콘 모양 첫 포착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정답지 4문항 수리(원본 대조)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12주차에 할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37760" y="214884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잘라낸 영역을 실제 답변 흐름에 연결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'어느 제품인지' 보고 그림 고르게 수정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질문으로 성능 재측정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결과로 최종 결론 문서 작성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1605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  </a:t>
            </a:r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실패해도 멈추지 않는 구조를 만들었고, 그 과정에서 '그림은 잘라서 크게 봐야 읽힌다'는 다음 단계의 답을 찾았다.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11주차 — 멀티모달 Agent</dc:title>
  <dc:subject>PptxGenJS Presentation</dc:subject>
  <dc:creator>PptxGenJS</dc:creator>
  <cp:lastModifiedBy>PptxGenJS</cp:lastModifiedBy>
  <cp:revision>1</cp:revision>
  <dcterms:created xsi:type="dcterms:W3CDTF">2026-07-28T09:11:39Z</dcterms:created>
  <dcterms:modified xsi:type="dcterms:W3CDTF">2026-07-28T09:11:39Z</dcterms:modified>
</cp:coreProperties>
</file>